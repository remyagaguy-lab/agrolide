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8" r:id="rId2"/>
    <p:sldId id="256" r:id="rId3"/>
    <p:sldId id="266" r:id="rId4"/>
    <p:sldId id="257" r:id="rId5"/>
    <p:sldId id="259" r:id="rId6"/>
    <p:sldId id="260" r:id="rId7"/>
    <p:sldId id="261" r:id="rId8"/>
    <p:sldId id="263" r:id="rId9"/>
    <p:sldId id="262" r:id="rId10"/>
    <p:sldId id="264" r:id="rId11"/>
    <p:sldId id="265" r:id="rId12"/>
    <p:sldId id="268" r:id="rId13"/>
    <p:sldId id="269" r:id="rId14"/>
    <p:sldId id="270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1" autoAdjust="0"/>
    <p:restoredTop sz="94660"/>
  </p:normalViewPr>
  <p:slideViewPr>
    <p:cSldViewPr snapToGrid="0">
      <p:cViewPr varScale="1">
        <p:scale>
          <a:sx n="78" d="100"/>
          <a:sy n="78" d="100"/>
        </p:scale>
        <p:origin x="3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FFAC-7A0F-488A-A202-30A8E37DC8AB}" type="datetimeFigureOut">
              <a:rPr lang="fr-TG" smtClean="0"/>
              <a:t>04/08/2022</a:t>
            </a:fld>
            <a:endParaRPr lang="fr-T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F24D7-329C-4919-8ACA-AAA0E78BA4D9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3798693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FFAC-7A0F-488A-A202-30A8E37DC8AB}" type="datetimeFigureOut">
              <a:rPr lang="fr-TG" smtClean="0"/>
              <a:t>04/08/2022</a:t>
            </a:fld>
            <a:endParaRPr lang="fr-T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F24D7-329C-4919-8ACA-AAA0E78BA4D9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1065999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FFAC-7A0F-488A-A202-30A8E37DC8AB}" type="datetimeFigureOut">
              <a:rPr lang="fr-TG" smtClean="0"/>
              <a:t>04/08/2022</a:t>
            </a:fld>
            <a:endParaRPr lang="fr-T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F24D7-329C-4919-8ACA-AAA0E78BA4D9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114886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FFAC-7A0F-488A-A202-30A8E37DC8AB}" type="datetimeFigureOut">
              <a:rPr lang="fr-TG" smtClean="0"/>
              <a:t>04/08/2022</a:t>
            </a:fld>
            <a:endParaRPr lang="fr-T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F24D7-329C-4919-8ACA-AAA0E78BA4D9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2704575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FFAC-7A0F-488A-A202-30A8E37DC8AB}" type="datetimeFigureOut">
              <a:rPr lang="fr-TG" smtClean="0"/>
              <a:t>04/08/2022</a:t>
            </a:fld>
            <a:endParaRPr lang="fr-T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F24D7-329C-4919-8ACA-AAA0E78BA4D9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4042809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FFAC-7A0F-488A-A202-30A8E37DC8AB}" type="datetimeFigureOut">
              <a:rPr lang="fr-TG" smtClean="0"/>
              <a:t>04/08/2022</a:t>
            </a:fld>
            <a:endParaRPr lang="fr-T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F24D7-329C-4919-8ACA-AAA0E78BA4D9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211951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FFAC-7A0F-488A-A202-30A8E37DC8AB}" type="datetimeFigureOut">
              <a:rPr lang="fr-TG" smtClean="0"/>
              <a:t>04/08/2022</a:t>
            </a:fld>
            <a:endParaRPr lang="fr-T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F24D7-329C-4919-8ACA-AAA0E78BA4D9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2855086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FFAC-7A0F-488A-A202-30A8E37DC8AB}" type="datetimeFigureOut">
              <a:rPr lang="fr-TG" smtClean="0"/>
              <a:t>04/08/2022</a:t>
            </a:fld>
            <a:endParaRPr lang="fr-T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F24D7-329C-4919-8ACA-AAA0E78BA4D9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1080010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FFAC-7A0F-488A-A202-30A8E37DC8AB}" type="datetimeFigureOut">
              <a:rPr lang="fr-TG" smtClean="0"/>
              <a:t>04/08/2022</a:t>
            </a:fld>
            <a:endParaRPr lang="fr-T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F24D7-329C-4919-8ACA-AAA0E78BA4D9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3896564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FFAC-7A0F-488A-A202-30A8E37DC8AB}" type="datetimeFigureOut">
              <a:rPr lang="fr-TG" smtClean="0"/>
              <a:t>04/08/2022</a:t>
            </a:fld>
            <a:endParaRPr lang="fr-T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F24D7-329C-4919-8ACA-AAA0E78BA4D9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2756833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FFAC-7A0F-488A-A202-30A8E37DC8AB}" type="datetimeFigureOut">
              <a:rPr lang="fr-TG" smtClean="0"/>
              <a:t>04/08/2022</a:t>
            </a:fld>
            <a:endParaRPr lang="fr-T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F24D7-329C-4919-8ACA-AAA0E78BA4D9}" type="slidenum">
              <a:rPr lang="fr-TG" smtClean="0"/>
              <a:t>‹N°›</a:t>
            </a:fld>
            <a:endParaRPr lang="fr-TG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8345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FFAC-7A0F-488A-A202-30A8E37DC8AB}" type="datetimeFigureOut">
              <a:rPr lang="fr-TG" smtClean="0"/>
              <a:t>04/08/2022</a:t>
            </a:fld>
            <a:endParaRPr lang="fr-T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F24D7-329C-4919-8ACA-AAA0E78BA4D9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2063070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FFAC-7A0F-488A-A202-30A8E37DC8AB}" type="datetimeFigureOut">
              <a:rPr lang="fr-TG" smtClean="0"/>
              <a:t>04/08/2022</a:t>
            </a:fld>
            <a:endParaRPr lang="fr-T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F24D7-329C-4919-8ACA-AAA0E78BA4D9}" type="slidenum">
              <a:rPr lang="fr-TG" smtClean="0"/>
              <a:t>‹N°›</a:t>
            </a:fld>
            <a:endParaRPr lang="fr-TG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551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FFAC-7A0F-488A-A202-30A8E37DC8AB}" type="datetimeFigureOut">
              <a:rPr lang="fr-TG" smtClean="0"/>
              <a:t>04/08/2022</a:t>
            </a:fld>
            <a:endParaRPr lang="fr-T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F24D7-329C-4919-8ACA-AAA0E78BA4D9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4056876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FFAC-7A0F-488A-A202-30A8E37DC8AB}" type="datetimeFigureOut">
              <a:rPr lang="fr-TG" smtClean="0"/>
              <a:t>04/08/2022</a:t>
            </a:fld>
            <a:endParaRPr lang="fr-T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F24D7-329C-4919-8ACA-AAA0E78BA4D9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1461334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FFAC-7A0F-488A-A202-30A8E37DC8AB}" type="datetimeFigureOut">
              <a:rPr lang="fr-TG" smtClean="0"/>
              <a:t>04/08/2022</a:t>
            </a:fld>
            <a:endParaRPr lang="fr-T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F24D7-329C-4919-8ACA-AAA0E78BA4D9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1219039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6FFAC-7A0F-488A-A202-30A8E37DC8AB}" type="datetimeFigureOut">
              <a:rPr lang="fr-TG" smtClean="0"/>
              <a:t>04/08/2022</a:t>
            </a:fld>
            <a:endParaRPr lang="fr-T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T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2AF24D7-329C-4919-8ACA-AAA0E78BA4D9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276342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D9D013-3D21-4302-B902-34AE71476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4843"/>
            <a:ext cx="10515600" cy="57321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9600" b="1" i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FR" sz="9600" b="1" i="1" dirty="0">
                <a:solidFill>
                  <a:schemeClr val="accent2">
                    <a:lumMod val="75000"/>
                  </a:schemeClr>
                </a:solidFill>
              </a:rPr>
              <a:t> BUENAS TARDES</a:t>
            </a:r>
            <a:endParaRPr lang="fr-TG" sz="96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372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2CFEBF-07AF-49D5-876D-DFACCE305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05042"/>
          </a:xfrm>
        </p:spPr>
        <p:txBody>
          <a:bodyPr/>
          <a:lstStyle/>
          <a:p>
            <a:pPr algn="ctr"/>
            <a:r>
              <a:rPr lang="fr-FR" b="1" i="1" dirty="0">
                <a:solidFill>
                  <a:srgbClr val="00B0F0"/>
                </a:solidFill>
                <a:latin typeface="Algerian" panose="04020705040A02060702" pitchFamily="82" charset="0"/>
              </a:rPr>
              <a:t>LES Additifs    ALIMENTAIRES</a:t>
            </a:r>
            <a:endParaRPr lang="fr-TG" b="1" i="1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B2A4422-91A6-41A9-9B2F-C3B76547D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99011"/>
          </a:xfrm>
        </p:spPr>
        <p:txBody>
          <a:bodyPr/>
          <a:lstStyle/>
          <a:p>
            <a:r>
              <a:rPr lang="fr-FR" sz="2800" b="1" i="1" dirty="0">
                <a:solidFill>
                  <a:srgbClr val="FF0000"/>
                </a:solidFill>
              </a:rPr>
              <a:t>PRESENTATEUR </a:t>
            </a:r>
            <a:r>
              <a:rPr lang="fr-FR" sz="2800" b="1" i="1" dirty="0">
                <a:solidFill>
                  <a:srgbClr val="0070C0"/>
                </a:solidFill>
              </a:rPr>
              <a:t>: LOKOU </a:t>
            </a:r>
            <a:r>
              <a:rPr lang="fr-FR" sz="2800" b="1" i="1" dirty="0" err="1">
                <a:solidFill>
                  <a:srgbClr val="0070C0"/>
                </a:solidFill>
              </a:rPr>
              <a:t>Komlan</a:t>
            </a:r>
            <a:r>
              <a:rPr lang="fr-FR" sz="2000" b="1" i="1" dirty="0"/>
              <a:t>,  étudiant en  Science des Aliments et Technologie Agro-alimentaire </a:t>
            </a:r>
            <a:r>
              <a:rPr lang="fr-FR" dirty="0"/>
              <a:t>(</a:t>
            </a:r>
            <a:r>
              <a:rPr lang="fr-FR" b="1" i="1" dirty="0">
                <a:solidFill>
                  <a:srgbClr val="0070C0"/>
                </a:solidFill>
              </a:rPr>
              <a:t>SATA-ESTBA</a:t>
            </a:r>
            <a:r>
              <a:rPr lang="fr-FR" dirty="0"/>
              <a:t>)</a:t>
            </a:r>
            <a:endParaRPr lang="fr-TG" dirty="0"/>
          </a:p>
        </p:txBody>
      </p:sp>
    </p:spTree>
    <p:extLst>
      <p:ext uri="{BB962C8B-B14F-4D97-AF65-F5344CB8AC3E}">
        <p14:creationId xmlns:p14="http://schemas.microsoft.com/office/powerpoint/2010/main" val="2095939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B33FFA7A-4DA5-4883-8E7A-9C3D5108A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495" y="1677773"/>
            <a:ext cx="3714750" cy="2667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5C7009C-9E5B-4172-9BF9-A606A99AA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823" y="1830480"/>
            <a:ext cx="2866768" cy="224495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06B3E19-BBEB-47B3-AA7B-81056E3FCE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499" y="4344773"/>
            <a:ext cx="3714749" cy="165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25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36BCA1-1944-401A-BEB8-B9E760FD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b="1" i="1" dirty="0">
                <a:solidFill>
                  <a:srgbClr val="00B0F0"/>
                </a:solidFill>
                <a:latin typeface="Algerian" panose="04020705040A02060702" pitchFamily="82" charset="0"/>
              </a:rPr>
              <a:t>PLAN</a:t>
            </a:r>
            <a:endParaRPr lang="fr-TG" sz="4800" b="1" i="1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078338-4FB7-4C9A-96AE-44BFAE362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i="1" dirty="0"/>
              <a:t>1- DEFINITION</a:t>
            </a:r>
          </a:p>
          <a:p>
            <a:r>
              <a:rPr lang="fr-FR" b="1" i="1" dirty="0"/>
              <a:t>2- COMMENT RECONNAITRE LES ADDITIFS SUR L’ETIQUETTE D’ UN PRODUIT D’UNE MANIÈRE PRATIQUE?</a:t>
            </a:r>
          </a:p>
          <a:p>
            <a:r>
              <a:rPr lang="fr-FR" b="1" i="1" dirty="0"/>
              <a:t>3- EXEMPLES D’ additifs que nous trouvons souvent dans nos produits(boissons, boîte de conserve…)</a:t>
            </a:r>
          </a:p>
          <a:p>
            <a:r>
              <a:rPr lang="fr-FR" b="1" i="1" dirty="0"/>
              <a:t>4- QUESTIONS, AJOUTS, SUGESTIONS…</a:t>
            </a:r>
            <a:endParaRPr lang="fr-TG" b="1" i="1" dirty="0"/>
          </a:p>
        </p:txBody>
      </p:sp>
    </p:spTree>
    <p:extLst>
      <p:ext uri="{BB962C8B-B14F-4D97-AF65-F5344CB8AC3E}">
        <p14:creationId xmlns:p14="http://schemas.microsoft.com/office/powerpoint/2010/main" val="3429942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F080AE-9AF1-4708-B480-3D36CD6C8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71501"/>
            <a:ext cx="8987366" cy="5469862"/>
          </a:xfrm>
        </p:spPr>
        <p:txBody>
          <a:bodyPr/>
          <a:lstStyle/>
          <a:p>
            <a:endParaRPr lang="fr-FR" b="1" i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fr-FR" b="1" i="1" dirty="0">
                <a:latin typeface="Arial Black" panose="020B0A04020102020204" pitchFamily="34" charset="0"/>
              </a:rPr>
              <a:t>  </a:t>
            </a:r>
          </a:p>
          <a:p>
            <a:pPr marL="0" indent="0">
              <a:buNone/>
            </a:pPr>
            <a:endParaRPr lang="fr-FR" b="1" i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fr-FR" b="1" i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fr-FR" b="1" i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fr-FR" b="1" i="1" dirty="0">
                <a:latin typeface="Arial Black" panose="020B0A04020102020204" pitchFamily="34" charset="0"/>
              </a:rPr>
              <a:t> </a:t>
            </a:r>
            <a:r>
              <a:rPr lang="fr-FR" sz="2400" b="1" i="1" dirty="0">
                <a:solidFill>
                  <a:srgbClr val="00B0F0"/>
                </a:solidFill>
                <a:latin typeface="Arial Black" panose="020B0A04020102020204" pitchFamily="34" charset="0"/>
              </a:rPr>
              <a:t>1-QU’EST –CE QU’ UN ADDITIF ALIMENTAIRE?</a:t>
            </a:r>
            <a:endParaRPr lang="fr-TG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708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13A222-BAF1-4EC2-B6B3-81D5A23CC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7265"/>
            <a:ext cx="10515600" cy="55096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i="1" dirty="0">
                <a:solidFill>
                  <a:srgbClr val="FF0000"/>
                </a:solidFill>
              </a:rPr>
              <a:t>Toute SUBSTANCE </a:t>
            </a:r>
            <a:r>
              <a:rPr lang="fr-FR" sz="2400" b="1" i="1" dirty="0"/>
              <a:t>habituellement</a:t>
            </a:r>
          </a:p>
          <a:p>
            <a:pPr marL="0" indent="0">
              <a:buNone/>
            </a:pPr>
            <a:r>
              <a:rPr lang="fr-FR" sz="2400" b="1" i="1" dirty="0"/>
              <a:t> </a:t>
            </a:r>
          </a:p>
          <a:p>
            <a:pPr>
              <a:buFontTx/>
              <a:buChar char="-"/>
            </a:pPr>
            <a:r>
              <a:rPr lang="fr-FR" sz="2400" b="1" i="1" dirty="0"/>
              <a:t>non </a:t>
            </a:r>
            <a:r>
              <a:rPr lang="fr-FR" sz="2400" b="1" i="1" dirty="0" err="1"/>
              <a:t>cosommée</a:t>
            </a:r>
            <a:r>
              <a:rPr lang="fr-FR" sz="2400" b="1" i="1" dirty="0"/>
              <a:t> comme aliment,</a:t>
            </a:r>
          </a:p>
          <a:p>
            <a:pPr>
              <a:buFontTx/>
              <a:buChar char="-"/>
            </a:pPr>
            <a:endParaRPr lang="fr-FR" sz="2400" b="1" i="1" dirty="0"/>
          </a:p>
          <a:p>
            <a:pPr>
              <a:buFontTx/>
              <a:buChar char="-"/>
            </a:pPr>
            <a:r>
              <a:rPr lang="fr-FR" sz="2400" b="1" i="1" dirty="0"/>
              <a:t>Non utilisée comme ingrédient,</a:t>
            </a:r>
          </a:p>
          <a:p>
            <a:pPr>
              <a:buFontTx/>
              <a:buChar char="-"/>
            </a:pPr>
            <a:endParaRPr lang="fr-FR" sz="2400" b="1" i="1" dirty="0"/>
          </a:p>
          <a:p>
            <a:pPr>
              <a:buFontTx/>
              <a:buChar char="-"/>
            </a:pPr>
            <a:r>
              <a:rPr lang="fr-FR" sz="2400" b="1" i="1" dirty="0"/>
              <a:t>Ayant une valeur nutritive ou non,</a:t>
            </a:r>
          </a:p>
          <a:p>
            <a:pPr>
              <a:buFontTx/>
              <a:buChar char="-"/>
            </a:pPr>
            <a:endParaRPr lang="fr-FR" sz="2400" b="1" i="1" dirty="0"/>
          </a:p>
          <a:p>
            <a:pPr>
              <a:buFontTx/>
              <a:buChar char="-"/>
            </a:pPr>
            <a:r>
              <a:rPr lang="fr-FR" sz="2400" b="1" i="1" dirty="0"/>
              <a:t>Ajoutée intentionnellement au denrée alimentaires dans un but technologique(gout , coloration, texture…)</a:t>
            </a:r>
          </a:p>
          <a:p>
            <a:r>
              <a:rPr lang="fr-FR" sz="2400" b="1" i="1" dirty="0"/>
              <a:t>-codifiées par &lt;&lt;EXXX&gt;&gt;</a:t>
            </a:r>
            <a:endParaRPr lang="fr-TG" sz="2400" b="1" i="1" dirty="0"/>
          </a:p>
        </p:txBody>
      </p:sp>
    </p:spTree>
    <p:extLst>
      <p:ext uri="{BB962C8B-B14F-4D97-AF65-F5344CB8AC3E}">
        <p14:creationId xmlns:p14="http://schemas.microsoft.com/office/powerpoint/2010/main" val="801539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B44272-5B18-4AB2-887D-8CB98420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919" y="741405"/>
            <a:ext cx="10515600" cy="5744477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 algn="ctr">
              <a:buNone/>
            </a:pPr>
            <a:r>
              <a:rPr lang="fr-FR" dirty="0"/>
              <a:t> </a:t>
            </a:r>
            <a:r>
              <a:rPr lang="fr-FR" sz="3600" b="1" i="1" dirty="0">
                <a:solidFill>
                  <a:srgbClr val="00B0F0"/>
                </a:solidFill>
              </a:rPr>
              <a:t>2- COMMENT RECONNAITRE LES ADDITIFS SUR L’ETIQUETTE D’ UN PRODUIT D’UNE MANIÈRE PRATIQUE?</a:t>
            </a:r>
          </a:p>
          <a:p>
            <a:pPr marL="0" indent="0">
              <a:buNone/>
            </a:pPr>
            <a:endParaRPr lang="fr-TG" dirty="0"/>
          </a:p>
        </p:txBody>
      </p:sp>
    </p:spTree>
    <p:extLst>
      <p:ext uri="{BB962C8B-B14F-4D97-AF65-F5344CB8AC3E}">
        <p14:creationId xmlns:p14="http://schemas.microsoft.com/office/powerpoint/2010/main" val="929466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CC5650-8571-435E-9CA5-71F9079C6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8411"/>
            <a:ext cx="10515600" cy="5608552"/>
          </a:xfrm>
        </p:spPr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sz="2400" b="1" i="1" dirty="0"/>
              <a:t>Sur les étiquettes, ils sont écrit par leur nom complet ou par le code « EXXX</a:t>
            </a:r>
            <a:r>
              <a:rPr lang="fr-FR" b="1" i="1" dirty="0"/>
              <a:t>»</a:t>
            </a:r>
            <a:endParaRPr lang="fr-TG" b="1" i="1" dirty="0"/>
          </a:p>
        </p:txBody>
      </p:sp>
    </p:spTree>
    <p:extLst>
      <p:ext uri="{BB962C8B-B14F-4D97-AF65-F5344CB8AC3E}">
        <p14:creationId xmlns:p14="http://schemas.microsoft.com/office/powerpoint/2010/main" val="2823369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578771-F812-4A99-9317-A8C5ABB37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1" dirty="0">
                <a:solidFill>
                  <a:srgbClr val="00B0F0"/>
                </a:solidFill>
                <a:latin typeface="Algerian" panose="04020705040A02060702" pitchFamily="82" charset="0"/>
              </a:rPr>
              <a:t>DIFFERENTES CATEGORIES D’ ADDITIFS</a:t>
            </a:r>
            <a:endParaRPr lang="fr-TG" b="1" i="1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0F0267-52B8-4CFC-B174-EBFDE59D8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- </a:t>
            </a:r>
            <a:r>
              <a:rPr lang="fr-FR" sz="3200" b="1" i="1" dirty="0"/>
              <a:t>LES COLORANTS (E1XX)</a:t>
            </a:r>
          </a:p>
          <a:p>
            <a:endParaRPr lang="fr-FR" sz="3200" b="1" i="1" dirty="0"/>
          </a:p>
          <a:p>
            <a:r>
              <a:rPr lang="fr-FR" sz="3200" b="1" i="1" dirty="0"/>
              <a:t>- les conservateurs (E2XX)</a:t>
            </a:r>
          </a:p>
          <a:p>
            <a:endParaRPr lang="fr-FR" dirty="0"/>
          </a:p>
          <a:p>
            <a:r>
              <a:rPr lang="fr-FR" sz="3200" b="1" i="1" dirty="0"/>
              <a:t>-les anti-oxydants (E3XX)</a:t>
            </a:r>
          </a:p>
          <a:p>
            <a:endParaRPr lang="fr-FR" dirty="0"/>
          </a:p>
          <a:p>
            <a:r>
              <a:rPr lang="fr-FR" sz="3000" b="1" i="1" dirty="0"/>
              <a:t>- les édulcorants (E9XX)</a:t>
            </a:r>
          </a:p>
          <a:p>
            <a:endParaRPr lang="fr-FR" dirty="0"/>
          </a:p>
          <a:p>
            <a:r>
              <a:rPr lang="fr-FR" sz="3000" b="1" i="1" dirty="0"/>
              <a:t>- les exhausteurs de gout (E6XX)…</a:t>
            </a:r>
            <a:endParaRPr lang="fr-TG" sz="3000" b="1" i="1" dirty="0"/>
          </a:p>
        </p:txBody>
      </p:sp>
    </p:spTree>
    <p:extLst>
      <p:ext uri="{BB962C8B-B14F-4D97-AF65-F5344CB8AC3E}">
        <p14:creationId xmlns:p14="http://schemas.microsoft.com/office/powerpoint/2010/main" val="708424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D1E1C0A6-621E-43E3-BADF-1118EF0E7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6562"/>
            <a:ext cx="10515600" cy="5880401"/>
          </a:xfrm>
        </p:spPr>
        <p:txBody>
          <a:bodyPr/>
          <a:lstStyle/>
          <a:p>
            <a:endParaRPr lang="fr-FR" b="1" i="1" dirty="0"/>
          </a:p>
          <a:p>
            <a:endParaRPr lang="fr-FR" b="1" i="1" dirty="0"/>
          </a:p>
          <a:p>
            <a:endParaRPr lang="fr-FR" b="1" i="1" dirty="0"/>
          </a:p>
          <a:p>
            <a:pPr algn="ctr"/>
            <a:endParaRPr lang="fr-FR" b="1" i="1" dirty="0">
              <a:solidFill>
                <a:srgbClr val="00B0F0"/>
              </a:solidFill>
            </a:endParaRPr>
          </a:p>
          <a:p>
            <a:pPr algn="ctr"/>
            <a:r>
              <a:rPr lang="fr-FR" sz="2800" b="1" i="1" dirty="0">
                <a:solidFill>
                  <a:srgbClr val="00B0F0"/>
                </a:solidFill>
              </a:rPr>
              <a:t>3- EXEMPLES D’ additifs que nous trouvons souvent dans nos produits(boissons, boîte de conserve…)</a:t>
            </a:r>
          </a:p>
          <a:p>
            <a:endParaRPr lang="fr-TG" dirty="0"/>
          </a:p>
        </p:txBody>
      </p:sp>
    </p:spTree>
    <p:extLst>
      <p:ext uri="{BB962C8B-B14F-4D97-AF65-F5344CB8AC3E}">
        <p14:creationId xmlns:p14="http://schemas.microsoft.com/office/powerpoint/2010/main" val="1901916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42146A-8851-4580-94D6-B6F234AD7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703"/>
            <a:ext cx="10515600" cy="5806260"/>
          </a:xfrm>
        </p:spPr>
        <p:txBody>
          <a:bodyPr/>
          <a:lstStyle/>
          <a:p>
            <a:r>
              <a:rPr lang="fr-FR" dirty="0"/>
              <a:t>-Glutamate de sodium ou glutamate monosodique (E621)</a:t>
            </a:r>
          </a:p>
          <a:p>
            <a:endParaRPr lang="fr-TG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DD47163-C304-4EDB-A027-6A52A0DEE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239" y="1346886"/>
            <a:ext cx="9032788" cy="472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1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67F11E3-1C07-45D6-9A18-A9D3D1EEE1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136" y="371475"/>
            <a:ext cx="6873727" cy="5805488"/>
          </a:xfrm>
        </p:spPr>
      </p:pic>
    </p:spTree>
    <p:extLst>
      <p:ext uri="{BB962C8B-B14F-4D97-AF65-F5344CB8AC3E}">
        <p14:creationId xmlns:p14="http://schemas.microsoft.com/office/powerpoint/2010/main" val="3333032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C7EE6CEF-D27A-4294-8109-024130041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962" y="493713"/>
            <a:ext cx="9008075" cy="568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29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78FF41B-CA85-4683-92C2-24378645FD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173" y="407772"/>
            <a:ext cx="8158638" cy="5894173"/>
          </a:xfrm>
        </p:spPr>
      </p:pic>
    </p:spTree>
    <p:extLst>
      <p:ext uri="{BB962C8B-B14F-4D97-AF65-F5344CB8AC3E}">
        <p14:creationId xmlns:p14="http://schemas.microsoft.com/office/powerpoint/2010/main" val="679996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F5A513-F9CB-4532-976C-65845BB89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0259"/>
            <a:ext cx="10515600" cy="5336704"/>
          </a:xfrm>
        </p:spPr>
        <p:txBody>
          <a:bodyPr/>
          <a:lstStyle/>
          <a:p>
            <a:pPr algn="ctr"/>
            <a:endParaRPr lang="fr-FR" sz="3600" b="1" i="1" dirty="0"/>
          </a:p>
          <a:p>
            <a:pPr algn="ctr"/>
            <a:endParaRPr lang="fr-FR" sz="3600" b="1" i="1" dirty="0"/>
          </a:p>
          <a:p>
            <a:pPr algn="ctr"/>
            <a:endParaRPr lang="fr-FR" sz="3600" b="1" i="1" dirty="0"/>
          </a:p>
          <a:p>
            <a:pPr algn="ctr"/>
            <a:r>
              <a:rPr lang="fr-FR" sz="3600" b="1" i="1" dirty="0">
                <a:solidFill>
                  <a:srgbClr val="00B0F0"/>
                </a:solidFill>
              </a:rPr>
              <a:t>4- QUESTIONS, AJOUTS, SUGESTIONS…</a:t>
            </a:r>
            <a:endParaRPr lang="fr-TG" sz="3600" b="1" i="1" dirty="0">
              <a:solidFill>
                <a:srgbClr val="00B0F0"/>
              </a:solidFill>
            </a:endParaRPr>
          </a:p>
          <a:p>
            <a:endParaRPr lang="fr-TG" dirty="0"/>
          </a:p>
        </p:txBody>
      </p:sp>
    </p:spTree>
    <p:extLst>
      <p:ext uri="{BB962C8B-B14F-4D97-AF65-F5344CB8AC3E}">
        <p14:creationId xmlns:p14="http://schemas.microsoft.com/office/powerpoint/2010/main" val="191245480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4257</TotalTime>
  <Words>227</Words>
  <Application>Microsoft Office PowerPoint</Application>
  <PresentationFormat>Grand écran</PresentationFormat>
  <Paragraphs>55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Algerian</vt:lpstr>
      <vt:lpstr>Arial</vt:lpstr>
      <vt:lpstr>Arial Black</vt:lpstr>
      <vt:lpstr>Trebuchet MS</vt:lpstr>
      <vt:lpstr>Wingdings 3</vt:lpstr>
      <vt:lpstr>Facette</vt:lpstr>
      <vt:lpstr>Présentation PowerPoint</vt:lpstr>
      <vt:lpstr>LES Additifs    ALIMENTAIRES</vt:lpstr>
      <vt:lpstr>Présentation PowerPoint</vt:lpstr>
      <vt:lpstr>PLAN</vt:lpstr>
      <vt:lpstr>Présentation PowerPoint</vt:lpstr>
      <vt:lpstr>Présentation PowerPoint</vt:lpstr>
      <vt:lpstr>Présentation PowerPoint</vt:lpstr>
      <vt:lpstr>Présentation PowerPoint</vt:lpstr>
      <vt:lpstr>DIFFERENTES CATEGORIES D’ ADDITIFS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ADDITIVES ALIMENTAIRES</dc:title>
  <dc:creator>ACER</dc:creator>
  <cp:lastModifiedBy>ACER</cp:lastModifiedBy>
  <cp:revision>14</cp:revision>
  <dcterms:created xsi:type="dcterms:W3CDTF">2022-08-04T15:29:35Z</dcterms:created>
  <dcterms:modified xsi:type="dcterms:W3CDTF">2022-08-07T14:26:43Z</dcterms:modified>
</cp:coreProperties>
</file>